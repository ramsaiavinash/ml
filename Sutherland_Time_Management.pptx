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669280" cy="109728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475488" cy="475488"/>
          </a:xfrm>
          <a:prstGeom prst="ellipse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484632"/>
            <a:ext cx="329184" cy="329184"/>
          </a:xfrm>
          <a:prstGeom prst="ellipse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457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SUTHERLAND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987552"/>
            <a:ext cx="4937760" cy="27432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Management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E1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Excellence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Clients &amp; Teams Efficiently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063240"/>
            <a:ext cx="4937760" cy="27432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186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45643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Santhi Mutta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" y="3858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E1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May 2026  |  Sutherland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-1645920"/>
            <a:ext cx="5486400" cy="5486400"/>
          </a:xfrm>
          <a:prstGeom prst="ellipse">
            <a:avLst/>
          </a:prstGeom>
          <a:solidFill>
            <a:srgbClr val="27235C">
              <a:alpha val="40000"/>
            </a:srgbClr>
          </a:solidFill>
          <a:ln w="12700">
            <a:solidFill>
              <a:srgbClr val="27235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011680"/>
            <a:ext cx="3474720" cy="3474720"/>
          </a:xfrm>
          <a:prstGeom prst="ellipse">
            <a:avLst/>
          </a:prstGeom>
          <a:solidFill>
            <a:srgbClr val="DE1B54">
              <a:alpha val="22000"/>
            </a:srgbClr>
          </a:solidFill>
          <a:ln w="12700">
            <a:solidFill>
              <a:srgbClr val="DE1B54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4630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More.</a:t>
            </a:r>
            <a:endParaRPr lang="en-US" sz="2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Better.</a:t>
            </a:r>
            <a:endParaRPr lang="en-US" sz="2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Faster.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38912" cy="438912"/>
          </a:xfrm>
          <a:prstGeom prst="ellipse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329184"/>
            <a:ext cx="292608" cy="292608"/>
          </a:xfrm>
          <a:prstGeom prst="ellipse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TIME MANAGEMENT STRATEGIES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3931920" cy="475488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78992"/>
            <a:ext cx="3931920" cy="73152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5214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CLIENTS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64608" y="1078992"/>
            <a:ext cx="3931920" cy="475488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078992"/>
            <a:ext cx="3931920" cy="73152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5214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TEAM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1664208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1664208"/>
            <a:ext cx="54864" cy="685800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64208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E1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" y="172821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clear expectations &amp; deadlines upfront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" y="246888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468880"/>
            <a:ext cx="54864" cy="685800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688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E1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" y="2532888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Eisenhower Matrix to triage requests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7472" y="327355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273552"/>
            <a:ext cx="54864" cy="685800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73552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E1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" y="3337560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time for client reviews — don't just react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47472" y="407822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4078224"/>
            <a:ext cx="54864" cy="685800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78224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E1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" y="4142232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similar client tasks in one focused slot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64608" y="1664208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1664208"/>
            <a:ext cx="54864" cy="685800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1664208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67528" y="172821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15-minute daily standups, not 1-hour meetings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64608" y="246888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2468880"/>
            <a:ext cx="54864" cy="685800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24688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67528" y="2532888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by strengths, not just availability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864608" y="327355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64608" y="3273552"/>
            <a:ext cx="54864" cy="685800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3273552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67528" y="3337560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sprint progress weekly with a shared board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864608" y="407822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64608" y="4078224"/>
            <a:ext cx="54864" cy="685800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336" y="4078224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67528" y="4142232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deep-work hours — no interruptions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Sutherland  |  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38912" cy="438912"/>
          </a:xfrm>
          <a:prstGeom prst="ellipse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329184"/>
            <a:ext cx="292608" cy="292608"/>
          </a:xfrm>
          <a:prstGeom prst="ellipse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 &amp; KEY TAKEAWAY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7472" y="1060704"/>
            <a:ext cx="1645920" cy="347472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607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463040"/>
            <a:ext cx="8449056" cy="914400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463040"/>
            <a:ext cx="64008" cy="914400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08760"/>
            <a:ext cx="8183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Priya, a Sutherland delivery manager, struggled with back-to-back meetings and urgent client pings. Her team missed 3 sprint deadlines in a row. She applied structured time management — and transformed her team's performance.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SHE DID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807208"/>
            <a:ext cx="1463040" cy="36576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90779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907792"/>
            <a:ext cx="2743200" cy="64008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44752" y="3017520"/>
            <a:ext cx="502920" cy="502920"/>
          </a:xfrm>
          <a:prstGeom prst="ellipse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44752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No-Meeting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0507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deep focus time for the team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55264" y="290779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55264" y="2907792"/>
            <a:ext cx="2743200" cy="64008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52544" y="3017520"/>
            <a:ext cx="502920" cy="502920"/>
          </a:xfrm>
          <a:prstGeom prst="ellipse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2544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64992" y="35661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 Daily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64992" y="40507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long status update calls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3056" y="290779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2907792"/>
            <a:ext cx="2743200" cy="64008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0336" y="3017520"/>
            <a:ext cx="502920" cy="502920"/>
          </a:xfrm>
          <a:prstGeom prst="ellipse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0336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72784" y="35661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72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Board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72784" y="40507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all tasks every week by impact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4407408"/>
            <a:ext cx="8449056" cy="420624"/>
          </a:xfrm>
          <a:prstGeom prst="rect">
            <a:avLst/>
          </a:prstGeom>
          <a:solidFill>
            <a:srgbClr val="DE1B54"/>
          </a:solidFill>
          <a:ln w="12700">
            <a:solidFill>
              <a:srgbClr val="DE1B5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 On-time delivery improved by 60% in 6 weeks. Client satisfaction jumped from 72% → 91%.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27235C"/>
          </a:solidFill>
          <a:ln w="12700">
            <a:solidFill>
              <a:srgbClr val="2723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Sutherland  |  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Management Excellence – Sutherland</dc:title>
  <dc:subject>PptxGenJS Presentation</dc:subject>
  <dc:creator>PptxGenJS</dc:creator>
  <cp:lastModifiedBy>PptxGenJS</cp:lastModifiedBy>
  <cp:revision>1</cp:revision>
  <dcterms:created xsi:type="dcterms:W3CDTF">2026-05-13T13:43:33Z</dcterms:created>
  <dcterms:modified xsi:type="dcterms:W3CDTF">2026-05-13T13:43:33Z</dcterms:modified>
</cp:coreProperties>
</file>