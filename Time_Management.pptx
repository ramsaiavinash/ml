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547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486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2344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 MANAGEMENT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02920" y="22402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Clients &amp; Teams Efficiently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02920" y="2834640"/>
            <a:ext cx="4754880" cy="36576"/>
          </a:xfrm>
          <a:prstGeom prst="rect">
            <a:avLst/>
          </a:prstGeom>
          <a:solidFill>
            <a:srgbClr val="253759"/>
          </a:solidFill>
          <a:ln w="12700">
            <a:solidFill>
              <a:srgbClr val="25375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02920" y="2971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2920" y="32186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Santhi Mutta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02920" y="36118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May 2026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943600" y="-1097280"/>
            <a:ext cx="4114800" cy="4114800"/>
          </a:xfrm>
          <a:prstGeom prst="ellipse">
            <a:avLst/>
          </a:prstGeom>
          <a:solidFill>
            <a:srgbClr val="253759">
              <a:alpha val="45000"/>
            </a:srgbClr>
          </a:solidFill>
          <a:ln w="12700">
            <a:solidFill>
              <a:srgbClr val="253759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7132320" y="2011680"/>
            <a:ext cx="2926080" cy="2926080"/>
          </a:xfrm>
          <a:prstGeom prst="ellipse">
            <a:avLst/>
          </a:prstGeom>
          <a:solidFill>
            <a:srgbClr val="C9A84C">
              <a:alpha val="25000"/>
            </a:srgbClr>
          </a:solidFill>
          <a:ln w="12700">
            <a:solidFill>
              <a:srgbClr val="C9A84C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6217920" y="1188720"/>
            <a:ext cx="2560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 with</a:t>
            </a:r>
            <a:endParaRPr lang="en-US" sz="2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Clarity.</a:t>
            </a:r>
            <a:endParaRPr lang="en-US" sz="2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Execute</a:t>
            </a:r>
            <a:endParaRPr lang="en-US" sz="2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</a:t>
            </a:r>
            <a:endParaRPr lang="en-US" sz="2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Precision.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347472" cy="34747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1143000"/>
            <a:ext cx="3931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68680" y="11612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of Time Management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347472" cy="34747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65760" y="1920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1892808"/>
            <a:ext cx="3931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68680" y="191109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Clients Effectively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670048"/>
            <a:ext cx="347472" cy="34747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65760" y="2670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2642616"/>
            <a:ext cx="3931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68680" y="266090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Internal Teams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419856"/>
            <a:ext cx="347472" cy="34747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65760" y="3419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" y="3392424"/>
            <a:ext cx="3931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68680" y="34107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Prioritization Techniques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4169664"/>
            <a:ext cx="347472" cy="34747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65760" y="4169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7240" y="4142232"/>
            <a:ext cx="3931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68680" y="41605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Eliminating Time Wasters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1170432"/>
            <a:ext cx="347472" cy="34747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754880" y="1170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166360" y="1143000"/>
            <a:ext cx="3931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257800" y="11612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Communication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54880" y="1920240"/>
            <a:ext cx="347472" cy="34747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754880" y="1920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166360" y="1892808"/>
            <a:ext cx="3931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257800" y="191109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Tools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754880" y="2670048"/>
            <a:ext cx="347472" cy="34747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754880" y="2670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166360" y="2642616"/>
            <a:ext cx="3931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257800" y="266090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Leadership Strategies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754880" y="3419856"/>
            <a:ext cx="347472" cy="34747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754880" y="3419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166360" y="3392424"/>
            <a:ext cx="3931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257800" y="34107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Santhi Mutta  |  14 May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8288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TIME MANAGEMENT MATTERS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8229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59436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66928" y="1188720"/>
            <a:ext cx="329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0120" y="1225296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Increases productivity and work quality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1938528"/>
            <a:ext cx="8229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57200" y="1938528"/>
            <a:ext cx="59436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566928" y="1938528"/>
            <a:ext cx="329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60120" y="1975104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trust with clients and team members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7200" y="2688336"/>
            <a:ext cx="8229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457200" y="2688336"/>
            <a:ext cx="59436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566928" y="2688336"/>
            <a:ext cx="329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60120" y="2724912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stress and minimizes delays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57200" y="3438144"/>
            <a:ext cx="8229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457200" y="3438144"/>
            <a:ext cx="59436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566928" y="3438144"/>
            <a:ext cx="329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60120" y="347472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decision-making under pressure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57200" y="4187952"/>
            <a:ext cx="8229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457200" y="4187952"/>
            <a:ext cx="59436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566928" y="4187952"/>
            <a:ext cx="329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960120" y="4224528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achieve organizational goals faster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Santhi Mutta  |  14 May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8288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MANAGING CLIENTS EFFECTIVELY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8229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59436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66928" y="1188720"/>
            <a:ext cx="329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0120" y="1225296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client expectations clearly from the start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1938528"/>
            <a:ext cx="8229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57200" y="1938528"/>
            <a:ext cx="59436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566928" y="1938528"/>
            <a:ext cx="329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60120" y="1975104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structured and purposeful meetings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7200" y="2688336"/>
            <a:ext cx="8229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457200" y="2688336"/>
            <a:ext cx="59436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566928" y="2688336"/>
            <a:ext cx="329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60120" y="2724912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urgent vs. important requests proactively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57200" y="3438144"/>
            <a:ext cx="8229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457200" y="3438144"/>
            <a:ext cx="59436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566928" y="3438144"/>
            <a:ext cx="329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60120" y="347472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realistic, transparent deadlines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57200" y="4187952"/>
            <a:ext cx="8229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457200" y="4187952"/>
            <a:ext cx="59436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566928" y="4187952"/>
            <a:ext cx="329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960120" y="4224528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open and honest communication throughout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Santhi Mutta  |  14 May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8288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MANAGING TEAMS EFFICIENTLY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8229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59436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66928" y="1188720"/>
            <a:ext cx="329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0120" y="1225296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 tasks based on individual strengths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1938528"/>
            <a:ext cx="8229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57200" y="1938528"/>
            <a:ext cx="59436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566928" y="1938528"/>
            <a:ext cx="329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60120" y="1975104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accountability and ownership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7200" y="2688336"/>
            <a:ext cx="8229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457200" y="2688336"/>
            <a:ext cx="59436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566928" y="2688336"/>
            <a:ext cx="329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60120" y="2724912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short, productive daily standups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57200" y="3438144"/>
            <a:ext cx="8229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457200" y="3438144"/>
            <a:ext cx="59436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566928" y="3438144"/>
            <a:ext cx="329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60120" y="347472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progress regularly with clear metrics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57200" y="4187952"/>
            <a:ext cx="8229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457200" y="4187952"/>
            <a:ext cx="59436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566928" y="4187952"/>
            <a:ext cx="329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960120" y="4224528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micromanagement — trust your team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Santhi Mutta  |  14 May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8288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NEEDED VS NOT NEEDED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" y="1115568"/>
            <a:ext cx="4023360" cy="438912"/>
          </a:xfrm>
          <a:prstGeom prst="rect">
            <a:avLst/>
          </a:prstGeom>
          <a:solidFill>
            <a:srgbClr val="1B7B3A"/>
          </a:solidFill>
          <a:ln w="12700">
            <a:solidFill>
              <a:srgbClr val="1B7B3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457200" y="113385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✔  NEEDED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65760" y="1627632"/>
            <a:ext cx="40233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365760" y="1627632"/>
            <a:ext cx="54864" cy="603504"/>
          </a:xfrm>
          <a:prstGeom prst="rect">
            <a:avLst/>
          </a:prstGeom>
          <a:solidFill>
            <a:srgbClr val="1B7B3A"/>
          </a:solidFill>
          <a:ln w="12700">
            <a:solidFill>
              <a:srgbClr val="1B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02920" y="1664208"/>
            <a:ext cx="3822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Goal-focused discussions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65760" y="2340864"/>
            <a:ext cx="40233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365760" y="2340864"/>
            <a:ext cx="54864" cy="603504"/>
          </a:xfrm>
          <a:prstGeom prst="rect">
            <a:avLst/>
          </a:prstGeom>
          <a:solidFill>
            <a:srgbClr val="1B7B3A"/>
          </a:solidFill>
          <a:ln w="12700">
            <a:solidFill>
              <a:srgbClr val="1B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502920" y="2377440"/>
            <a:ext cx="3822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priorities set upfront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65760" y="3054096"/>
            <a:ext cx="40233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365760" y="3054096"/>
            <a:ext cx="54864" cy="603504"/>
          </a:xfrm>
          <a:prstGeom prst="rect">
            <a:avLst/>
          </a:prstGeom>
          <a:solidFill>
            <a:srgbClr val="1B7B3A"/>
          </a:solidFill>
          <a:ln w="12700">
            <a:solidFill>
              <a:srgbClr val="1B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502920" y="3090672"/>
            <a:ext cx="3822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Timely and concise updates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65760" y="3767328"/>
            <a:ext cx="40233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365760" y="3767328"/>
            <a:ext cx="54864" cy="603504"/>
          </a:xfrm>
          <a:prstGeom prst="rect">
            <a:avLst/>
          </a:prstGeom>
          <a:solidFill>
            <a:srgbClr val="1B7B3A"/>
          </a:solidFill>
          <a:ln w="12700">
            <a:solidFill>
              <a:srgbClr val="1B7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502920" y="3803904"/>
            <a:ext cx="3822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Productive collaboration sessions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754880" y="1115568"/>
            <a:ext cx="4023360" cy="43891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4846320" y="113385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✘  NOT NEEDED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754880" y="1627632"/>
            <a:ext cx="40233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CDD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4754880" y="1627632"/>
            <a:ext cx="54864" cy="603504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4892040" y="1664208"/>
            <a:ext cx="3822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Unnecessary or redundant meetings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754880" y="2340864"/>
            <a:ext cx="40233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CDD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4754880" y="2340864"/>
            <a:ext cx="54864" cy="603504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4892040" y="2377440"/>
            <a:ext cx="3822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Repetitive, unclear communication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754880" y="3054096"/>
            <a:ext cx="40233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CDD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6"/>
          <p:cNvSpPr/>
          <p:nvPr/>
        </p:nvSpPr>
        <p:spPr>
          <a:xfrm>
            <a:off x="4754880" y="3054096"/>
            <a:ext cx="54864" cy="603504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4892040" y="3090672"/>
            <a:ext cx="3822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approvals blocking progress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4754880" y="3767328"/>
            <a:ext cx="40233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CDD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29"/>
          <p:cNvSpPr/>
          <p:nvPr/>
        </p:nvSpPr>
        <p:spPr>
          <a:xfrm>
            <a:off x="4754880" y="3767328"/>
            <a:ext cx="54864" cy="603504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4892040" y="3803904"/>
            <a:ext cx="3822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Multitasking without focus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Santhi Mutta  |  14 May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8288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PRIORITIZATION TECHNIQUES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" y="1115568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365760" y="1115568"/>
            <a:ext cx="59436" cy="1280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502920" y="1280160"/>
            <a:ext cx="347472" cy="34747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02920" y="1280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60120" y="1225296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Eisenhower Matrix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02920" y="1682496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 tasks by urgency &amp; importance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0" y="1115568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4754880" y="1115568"/>
            <a:ext cx="59436" cy="1280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4892040" y="1280160"/>
            <a:ext cx="347472" cy="34747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892040" y="1280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349240" y="1225296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80/20 Rule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892040" y="1682496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20% of tasks that yield 80% of results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65760" y="2606040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365760" y="2606040"/>
            <a:ext cx="59436" cy="1280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502920" y="2770632"/>
            <a:ext cx="347472" cy="34747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502920" y="2770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60120" y="271576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Daily Task Planning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02920" y="3172968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each day with a clear prioritized list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754880" y="2606040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4754880" y="2606040"/>
            <a:ext cx="59436" cy="1280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4892040" y="2770632"/>
            <a:ext cx="347472" cy="34747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4892040" y="2770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349240" y="271576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Goals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4892040" y="3172968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Specific, Measurable, Achievable, Relevant, Time-bound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2560320" y="4096512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8"/>
          <p:cNvSpPr/>
          <p:nvPr/>
        </p:nvSpPr>
        <p:spPr>
          <a:xfrm>
            <a:off x="2560320" y="4096512"/>
            <a:ext cx="59436" cy="1280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9"/>
          <p:cNvSpPr/>
          <p:nvPr/>
        </p:nvSpPr>
        <p:spPr>
          <a:xfrm>
            <a:off x="2697480" y="4261104"/>
            <a:ext cx="347472" cy="34747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2697480" y="4261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3154680" y="420624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 Blocking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2697480" y="466344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dedicated focus blocks for key work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Santhi Mutta  |  14 May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8288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COMMUNICATION STRATEGIES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8229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59436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66928" y="1188720"/>
            <a:ext cx="329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0120" y="1225296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communication clear, concise and actionable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1938528"/>
            <a:ext cx="8229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57200" y="1938528"/>
            <a:ext cx="59436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566928" y="1938528"/>
            <a:ext cx="329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60120" y="1975104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right channels — email, chat, or meeting as appropriate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7200" y="2688336"/>
            <a:ext cx="8229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457200" y="2688336"/>
            <a:ext cx="59436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566928" y="2688336"/>
            <a:ext cx="329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60120" y="2724912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information overload; surface only what matters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57200" y="3438144"/>
            <a:ext cx="8229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457200" y="3438144"/>
            <a:ext cx="59436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566928" y="3438144"/>
            <a:ext cx="329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60120" y="347472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key decisions for accountability and clarity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57200" y="4187952"/>
            <a:ext cx="8229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457200" y="4187952"/>
            <a:ext cx="59436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566928" y="4187952"/>
            <a:ext cx="329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960120" y="4224528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everyone's time — be prepared and punctual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Santhi Mutta  |  14 May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8288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PRODUCTIVITY TOOLS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411480" y="1170432"/>
            <a:ext cx="2743200" cy="1417320"/>
          </a:xfrm>
          <a:prstGeom prst="rect">
            <a:avLst/>
          </a:prstGeom>
          <a:solidFill>
            <a:srgbClr val="1B2A4A"/>
          </a:solidFill>
          <a:ln w="12700">
            <a:solidFill>
              <a:srgbClr val="253759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411480" y="1170432"/>
            <a:ext cx="27432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48640" y="130759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Microsoft Teams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173736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collaboration &amp; team communication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55848" y="1170432"/>
            <a:ext cx="2743200" cy="1417320"/>
          </a:xfrm>
          <a:prstGeom prst="rect">
            <a:avLst/>
          </a:prstGeom>
          <a:solidFill>
            <a:srgbClr val="1B2A4A"/>
          </a:solidFill>
          <a:ln w="12700">
            <a:solidFill>
              <a:srgbClr val="253759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3355848" y="1170432"/>
            <a:ext cx="27432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3493008" y="130759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Outlook Calendar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493008" y="173736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scheduling &amp; time blocking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300216" y="1170432"/>
            <a:ext cx="2743200" cy="1417320"/>
          </a:xfrm>
          <a:prstGeom prst="rect">
            <a:avLst/>
          </a:prstGeom>
          <a:solidFill>
            <a:srgbClr val="1B2A4A"/>
          </a:solidFill>
          <a:ln w="12700">
            <a:solidFill>
              <a:srgbClr val="253759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6300216" y="1170432"/>
            <a:ext cx="27432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437376" y="130759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Trello / Jira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437376" y="173736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tracking &amp; agile project management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11480" y="2743200"/>
            <a:ext cx="2743200" cy="1417320"/>
          </a:xfrm>
          <a:prstGeom prst="rect">
            <a:avLst/>
          </a:prstGeom>
          <a:solidFill>
            <a:srgbClr val="1B2A4A"/>
          </a:solidFill>
          <a:ln w="12700">
            <a:solidFill>
              <a:srgbClr val="253759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411480" y="2743200"/>
            <a:ext cx="27432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548640" y="2880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OneNote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48640" y="3310128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capture &amp; organized note-taking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355848" y="2743200"/>
            <a:ext cx="2743200" cy="1417320"/>
          </a:xfrm>
          <a:prstGeom prst="rect">
            <a:avLst/>
          </a:prstGeom>
          <a:solidFill>
            <a:srgbClr val="1B2A4A"/>
          </a:solidFill>
          <a:ln w="12700">
            <a:solidFill>
              <a:srgbClr val="253759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3355848" y="2743200"/>
            <a:ext cx="27432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3493008" y="2880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Automation Tools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3493008" y="3310128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repetitive tasks, boost efficiency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Santhi Mutta  |  14 May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8288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LEADERSHIP &amp; TIME MANAGEMENT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8229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59436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66928" y="1188720"/>
            <a:ext cx="329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0120" y="1225296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by example — model the time discipline you expect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1938528"/>
            <a:ext cx="8229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57200" y="1938528"/>
            <a:ext cx="59436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566928" y="1938528"/>
            <a:ext cx="329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60120" y="1975104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outcomes and results, not just activities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7200" y="2688336"/>
            <a:ext cx="8229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457200" y="2688336"/>
            <a:ext cx="59436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566928" y="2688336"/>
            <a:ext cx="329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60120" y="2724912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team culture of discipline and accountability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57200" y="3438144"/>
            <a:ext cx="8229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457200" y="3438144"/>
            <a:ext cx="59436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566928" y="3438144"/>
            <a:ext cx="329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60120" y="347472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 teams to make quick, informed decisions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57200" y="4187952"/>
            <a:ext cx="8229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457200" y="4187952"/>
            <a:ext cx="59436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566928" y="4187952"/>
            <a:ext cx="329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960120" y="4224528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a mindset of continuous improvement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Santhi Mutta  |  14 May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8288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 STUDY EXAMPLE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" y="1115568"/>
            <a:ext cx="841248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25375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48640" y="1152144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manager successfully reduced project delays through targeted time management strategies: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5760" y="1920240"/>
            <a:ext cx="1965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365760" y="1920240"/>
            <a:ext cx="1965960" cy="5943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365760" y="20574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40%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457200" y="274320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Unnecessary Meetings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487168" y="1920240"/>
            <a:ext cx="1965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2487168" y="1920240"/>
            <a:ext cx="1965960" cy="5943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2487168" y="20574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 min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2578608" y="274320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Standups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608576" y="1920240"/>
            <a:ext cx="1965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4608576" y="1920240"/>
            <a:ext cx="1965960" cy="5943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4608576" y="20574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4700016" y="274320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Delegated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Strengths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729984" y="1920240"/>
            <a:ext cx="1965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6729984" y="1920240"/>
            <a:ext cx="1965960" cy="5943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6729984" y="20574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Weekly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6821424" y="274320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Tracking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65760" y="3703320"/>
            <a:ext cx="8412480" cy="640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548640" y="3739896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RESULT:  Improved delivery speed and significantly higher client satisfaction scores.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Santhi Mutta  |  14 May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8288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" y="1170432"/>
            <a:ext cx="84124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365760" y="1170432"/>
            <a:ext cx="59436" cy="60350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75488" y="1170432"/>
            <a:ext cx="502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🏆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51560" y="1207008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management is a core leadership skill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65760" y="1901952"/>
            <a:ext cx="84124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365760" y="1901952"/>
            <a:ext cx="59436" cy="60350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475488" y="1901952"/>
            <a:ext cx="502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⚖️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51560" y="1938528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client needs and team productivity effectively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65760" y="2633472"/>
            <a:ext cx="84124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365760" y="2633472"/>
            <a:ext cx="59436" cy="60350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475488" y="2633472"/>
            <a:ext cx="502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051560" y="2670048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focused on high-value, impactful tasks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65760" y="3364992"/>
            <a:ext cx="84124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365760" y="3364992"/>
            <a:ext cx="59436" cy="60350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475488" y="3364992"/>
            <a:ext cx="502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🚫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051560" y="3401568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eliminate distractions systematically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365760" y="4096512"/>
            <a:ext cx="84124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365760" y="4096512"/>
            <a:ext cx="59436" cy="60350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475488" y="4096512"/>
            <a:ext cx="502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051560" y="4133088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planning leads to consistent, successful execution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Santhi Mutta  |  14 May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253759">
              <a:alpha val="45000"/>
            </a:srgbClr>
          </a:solidFill>
          <a:ln w="12700">
            <a:solidFill>
              <a:srgbClr val="253759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C9A84C">
              <a:alpha val="22000"/>
            </a:srgbClr>
          </a:solidFill>
          <a:ln w="12700">
            <a:solidFill>
              <a:srgbClr val="C9A84C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253759">
              <a:alpha val="35000"/>
            </a:srgbClr>
          </a:solidFill>
          <a:ln w="12700">
            <a:solidFill>
              <a:srgbClr val="253759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02920" y="2212848"/>
            <a:ext cx="2194560" cy="502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9436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1261872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kern="0" spc="5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502920" y="233172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02920" y="2971800"/>
            <a:ext cx="5029200" cy="36576"/>
          </a:xfrm>
          <a:prstGeom prst="rect">
            <a:avLst/>
          </a:prstGeom>
          <a:solidFill>
            <a:srgbClr val="253759"/>
          </a:solidFill>
          <a:ln w="12700">
            <a:solidFill>
              <a:srgbClr val="25375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02920" y="3108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2920" y="336499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Santhi Mutta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502920" y="3749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May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583</Words>
  <Application>Microsoft Office PowerPoint</Application>
  <PresentationFormat>On-screen Show (16:9)</PresentationFormat>
  <Paragraphs>177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Georgia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 Management Excellence</dc:title>
  <dc:subject>PptxGenJS Presentation</dc:subject>
  <dc:creator>Santhi Mutta</dc:creator>
  <cp:lastModifiedBy>Kanigolla, Rama Sai Avinash (Cognizant)</cp:lastModifiedBy>
  <cp:revision>2</cp:revision>
  <dcterms:created xsi:type="dcterms:W3CDTF">2026-05-13T13:16:17Z</dcterms:created>
  <dcterms:modified xsi:type="dcterms:W3CDTF">2026-05-13T13:19:08Z</dcterms:modified>
</cp:coreProperties>
</file>