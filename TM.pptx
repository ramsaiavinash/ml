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64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0" y="1371600"/>
            <a:ext cx="1463040" cy="1463040"/>
          </a:xfrm>
          <a:prstGeom prst="ellipse">
            <a:avLst/>
          </a:prstGeom>
          <a:solidFill>
            <a:srgbClr val="2ECC71">
              <a:alpha val="15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60520" y="1664208"/>
            <a:ext cx="822960" cy="82296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60520" y="16642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Strategies for Time Management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0" y="3520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0" y="4251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749040" cy="713232"/>
          </a:xfrm>
          <a:prstGeom prst="rect">
            <a:avLst/>
          </a:prstGeom>
          <a:solidFill>
            <a:srgbClr val="F7F8FA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64008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101498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Planning &amp; Prioritization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3749040" cy="713232"/>
          </a:xfrm>
          <a:prstGeom prst="rect">
            <a:avLst/>
          </a:prstGeom>
          <a:solidFill>
            <a:srgbClr val="F7F8FA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64008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" y="19476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Time Blocking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3749040" cy="713232"/>
          </a:xfrm>
          <a:prstGeom prst="rect">
            <a:avLst/>
          </a:prstGeom>
          <a:solidFill>
            <a:srgbClr val="F7F8FA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64008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" y="28803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Delegation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960120"/>
            <a:ext cx="3749040" cy="713232"/>
          </a:xfrm>
          <a:prstGeom prst="rect">
            <a:avLst/>
          </a:prstGeom>
          <a:solidFill>
            <a:srgbClr val="F7F8FA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937760" y="960120"/>
            <a:ext cx="64008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02352" y="101498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Meeting Efficiency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1892808"/>
            <a:ext cx="3749040" cy="713232"/>
          </a:xfrm>
          <a:prstGeom prst="rect">
            <a:avLst/>
          </a:prstGeom>
          <a:solidFill>
            <a:srgbClr val="F7F8FA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37760" y="1892808"/>
            <a:ext cx="64008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02352" y="19476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Protect Your Time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Prioritization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86868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868680"/>
            <a:ext cx="64008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130759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every day and week with a clear written plan — know your top goals before you open email or attend meetings.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14884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22402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Top Three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258775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most important tasks each day. Completing these three moves the needle more than 10 minor tasks.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42900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429000"/>
            <a:ext cx="64008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35204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Urgency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386791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Eisenhower Matrix: separate what is Urgent &amp; Important from what can be scheduled, delegated, or dropped.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Blocking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🗓️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86868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868680"/>
            <a:ext cx="64008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Your Calendar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130759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focused time blocks for deep work. Treat these blocks like meetings — protect them from being overwritten.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14884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22402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Multitasking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258775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 reduces quality and speed. Commit fully to one task per block — your output will be faster and better.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42900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429000"/>
            <a:ext cx="64008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35204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Distractions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386791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notifications, close unused tabs, and set your status to 'Do Not Disturb' during focused work blocks.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86868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868680"/>
            <a:ext cx="64008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Team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130759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tasks confidently and let team members own the work. Micromanagement wastes your time and demotivates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14884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22402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Results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258775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expectations on the outcome, not the method. Give your team the freedom to deliver in their own way.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42900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429000"/>
            <a:ext cx="64008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35204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Growth Opportunities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386791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stretch tasks that challenge team members. This develops their skills and frees your time for higher-level work.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Efficiency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86868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868680"/>
            <a:ext cx="64008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Goal 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130759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must have a clear purpose and agenda shared in advance. No agenda = no meeting.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14884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22402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258775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meetings to 15–25 minutes. Stand-ups, status updates, and quick decisions rarely need an hour.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42900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429000"/>
            <a:ext cx="64008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35204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Email Instead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386791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could this be an email or a quick message? Reserve meetings only for decisions, collaboration, and complex discussions.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Time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86868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868680"/>
            <a:ext cx="64008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Capacity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130759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say no or 'not now' when your plate is full. Overcommitting leads to poor quality and missed deadlines.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14884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22402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Current Load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258775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workload visible to your manager and team. Use a shared dashboard or status board so priorities are clear.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429000"/>
            <a:ext cx="8321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429000"/>
            <a:ext cx="64008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35204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Your Deep Work Hours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386791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at least 2 hours daily for focused, uninterrupted work. Protect this time as your most valuable asset.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480</Words>
  <Application>Microsoft Office PowerPoint</Application>
  <PresentationFormat>On-screen Show (16:9)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Management</dc:title>
  <dc:subject>PptxGenJS Presentation</dc:subject>
  <dc:creator>Santhi A</dc:creator>
  <cp:lastModifiedBy>Kanigolla, Rama Sai Avinash (Cognizant)</cp:lastModifiedBy>
  <cp:revision>2</cp:revision>
  <dcterms:created xsi:type="dcterms:W3CDTF">2026-05-14T05:03:07Z</dcterms:created>
  <dcterms:modified xsi:type="dcterms:W3CDTF">2026-05-14T05:21:59Z</dcterms:modified>
</cp:coreProperties>
</file>